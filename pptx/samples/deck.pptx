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</c:v>
                </c:pt>
                <c:pt idx="1">
                  <c:v>130</c:v>
                </c:pt>
                <c:pt idx="2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deck for the PowerPoint previewer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 year over year</a:t>
            </a:r>
          </a:p>
          <a:p>
            <a:r>
              <a:t>Two new regions launched</a:t>
            </a:r>
          </a:p>
          <a:p>
            <a:r>
              <a:t>Support backlog halved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64592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2286000"/>
            <a:ext cx="4572000" cy="2286000"/>
          </a:xfrm>
          <a:prstGeom prst="roundRect">
            <a:avLst/>
          </a:prstGeom>
          <a:solidFill>
            <a:srgbClr val="0A74D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400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2026-10-14T00:00:00Z</dcterms:created>
  <dcterms:modified xsi:type="dcterms:W3CDTF">2026-10-14T00:00:00Z</dcterms:modified>
  <cp:category/>
  <cp:lastPrinted>2026-10-14T00:00:00Z</cp:lastPrinted>
</cp:coreProperties>
</file>